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embeddedFontLst>
    <p:embeddedFont>
      <p:font typeface="Play"/>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Play-bold.fntdata"/><Relationship Id="rId14" Type="http://schemas.openxmlformats.org/officeDocument/2006/relationships/font" Target="fonts/Play-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b692d818e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4b692d818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4b692d818e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4b692d818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4b692d818e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4b692d818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53c038430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53c03843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53c038430d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53c038430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קופית כותרת"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rtl="1"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rtl="1" algn="ctr">
              <a:lnSpc>
                <a:spcPct val="90000"/>
              </a:lnSpc>
              <a:spcBef>
                <a:spcPts val="1000"/>
              </a:spcBef>
              <a:spcAft>
                <a:spcPts val="0"/>
              </a:spcAft>
              <a:buClr>
                <a:schemeClr val="dk1"/>
              </a:buClr>
              <a:buSzPts val="2400"/>
              <a:buNone/>
              <a:defRPr sz="2400"/>
            </a:lvl1pPr>
            <a:lvl2pPr lvl="1" rtl="1" algn="ctr">
              <a:lnSpc>
                <a:spcPct val="90000"/>
              </a:lnSpc>
              <a:spcBef>
                <a:spcPts val="500"/>
              </a:spcBef>
              <a:spcAft>
                <a:spcPts val="0"/>
              </a:spcAft>
              <a:buClr>
                <a:schemeClr val="dk1"/>
              </a:buClr>
              <a:buSzPts val="2000"/>
              <a:buNone/>
              <a:defRPr sz="2000"/>
            </a:lvl2pPr>
            <a:lvl3pPr lvl="2" rtl="1" algn="ctr">
              <a:lnSpc>
                <a:spcPct val="90000"/>
              </a:lnSpc>
              <a:spcBef>
                <a:spcPts val="500"/>
              </a:spcBef>
              <a:spcAft>
                <a:spcPts val="0"/>
              </a:spcAft>
              <a:buClr>
                <a:schemeClr val="dk1"/>
              </a:buClr>
              <a:buSzPts val="1800"/>
              <a:buNone/>
              <a:defRPr sz="1800"/>
            </a:lvl3pPr>
            <a:lvl4pPr lvl="3" rtl="1" algn="ctr">
              <a:lnSpc>
                <a:spcPct val="90000"/>
              </a:lnSpc>
              <a:spcBef>
                <a:spcPts val="500"/>
              </a:spcBef>
              <a:spcAft>
                <a:spcPts val="0"/>
              </a:spcAft>
              <a:buClr>
                <a:schemeClr val="dk1"/>
              </a:buClr>
              <a:buSzPts val="1600"/>
              <a:buNone/>
              <a:defRPr sz="1600"/>
            </a:lvl4pPr>
            <a:lvl5pPr lvl="4" rtl="1" algn="ctr">
              <a:lnSpc>
                <a:spcPct val="90000"/>
              </a:lnSpc>
              <a:spcBef>
                <a:spcPts val="500"/>
              </a:spcBef>
              <a:spcAft>
                <a:spcPts val="0"/>
              </a:spcAft>
              <a:buClr>
                <a:schemeClr val="dk1"/>
              </a:buClr>
              <a:buSzPts val="1600"/>
              <a:buNone/>
              <a:defRPr sz="1600"/>
            </a:lvl5pPr>
            <a:lvl6pPr lvl="5" rtl="1" algn="ctr">
              <a:lnSpc>
                <a:spcPct val="90000"/>
              </a:lnSpc>
              <a:spcBef>
                <a:spcPts val="500"/>
              </a:spcBef>
              <a:spcAft>
                <a:spcPts val="0"/>
              </a:spcAft>
              <a:buClr>
                <a:schemeClr val="dk1"/>
              </a:buClr>
              <a:buSzPts val="1600"/>
              <a:buNone/>
              <a:defRPr sz="1600"/>
            </a:lvl6pPr>
            <a:lvl7pPr lvl="6" rtl="1" algn="ctr">
              <a:lnSpc>
                <a:spcPct val="90000"/>
              </a:lnSpc>
              <a:spcBef>
                <a:spcPts val="500"/>
              </a:spcBef>
              <a:spcAft>
                <a:spcPts val="0"/>
              </a:spcAft>
              <a:buClr>
                <a:schemeClr val="dk1"/>
              </a:buClr>
              <a:buSzPts val="1600"/>
              <a:buNone/>
              <a:defRPr sz="1600"/>
            </a:lvl7pPr>
            <a:lvl8pPr lvl="7" rtl="1" algn="ctr">
              <a:lnSpc>
                <a:spcPct val="90000"/>
              </a:lnSpc>
              <a:spcBef>
                <a:spcPts val="500"/>
              </a:spcBef>
              <a:spcAft>
                <a:spcPts val="0"/>
              </a:spcAft>
              <a:buClr>
                <a:schemeClr val="dk1"/>
              </a:buClr>
              <a:buSzPts val="1600"/>
              <a:buNone/>
              <a:defRPr sz="1600"/>
            </a:lvl8pPr>
            <a:lvl9pPr lvl="8" rtl="1"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6" name="Google Shape;16;p2"/>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תוכן"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2" name="Google Shape;22;p3"/>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מקטע עליונה"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rtl="1" algn="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rgbClr val="757575"/>
              </a:buClr>
              <a:buSzPts val="2400"/>
              <a:buNone/>
              <a:defRPr sz="2400">
                <a:solidFill>
                  <a:srgbClr val="757575"/>
                </a:solidFill>
              </a:defRPr>
            </a:lvl1pPr>
            <a:lvl2pPr indent="-228600" lvl="1" marL="914400" rtl="1" algn="r">
              <a:lnSpc>
                <a:spcPct val="90000"/>
              </a:lnSpc>
              <a:spcBef>
                <a:spcPts val="500"/>
              </a:spcBef>
              <a:spcAft>
                <a:spcPts val="0"/>
              </a:spcAft>
              <a:buClr>
                <a:srgbClr val="757575"/>
              </a:buClr>
              <a:buSzPts val="2000"/>
              <a:buNone/>
              <a:defRPr sz="2000">
                <a:solidFill>
                  <a:srgbClr val="757575"/>
                </a:solidFill>
              </a:defRPr>
            </a:lvl2pPr>
            <a:lvl3pPr indent="-228600" lvl="2" marL="1371600" rtl="1" algn="r">
              <a:lnSpc>
                <a:spcPct val="90000"/>
              </a:lnSpc>
              <a:spcBef>
                <a:spcPts val="500"/>
              </a:spcBef>
              <a:spcAft>
                <a:spcPts val="0"/>
              </a:spcAft>
              <a:buClr>
                <a:srgbClr val="757575"/>
              </a:buClr>
              <a:buSzPts val="1800"/>
              <a:buNone/>
              <a:defRPr sz="1800">
                <a:solidFill>
                  <a:srgbClr val="757575"/>
                </a:solidFill>
              </a:defRPr>
            </a:lvl3pPr>
            <a:lvl4pPr indent="-228600" lvl="3" marL="1828800" rtl="1" algn="r">
              <a:lnSpc>
                <a:spcPct val="90000"/>
              </a:lnSpc>
              <a:spcBef>
                <a:spcPts val="500"/>
              </a:spcBef>
              <a:spcAft>
                <a:spcPts val="0"/>
              </a:spcAft>
              <a:buClr>
                <a:srgbClr val="757575"/>
              </a:buClr>
              <a:buSzPts val="1600"/>
              <a:buNone/>
              <a:defRPr sz="1600">
                <a:solidFill>
                  <a:srgbClr val="757575"/>
                </a:solidFill>
              </a:defRPr>
            </a:lvl4pPr>
            <a:lvl5pPr indent="-228600" lvl="4" marL="2286000" rtl="1" algn="r">
              <a:lnSpc>
                <a:spcPct val="90000"/>
              </a:lnSpc>
              <a:spcBef>
                <a:spcPts val="500"/>
              </a:spcBef>
              <a:spcAft>
                <a:spcPts val="0"/>
              </a:spcAft>
              <a:buClr>
                <a:srgbClr val="757575"/>
              </a:buClr>
              <a:buSzPts val="1600"/>
              <a:buNone/>
              <a:defRPr sz="1600">
                <a:solidFill>
                  <a:srgbClr val="757575"/>
                </a:solidFill>
              </a:defRPr>
            </a:lvl5pPr>
            <a:lvl6pPr indent="-228600" lvl="5" marL="2743200" rtl="1" algn="r">
              <a:lnSpc>
                <a:spcPct val="90000"/>
              </a:lnSpc>
              <a:spcBef>
                <a:spcPts val="500"/>
              </a:spcBef>
              <a:spcAft>
                <a:spcPts val="0"/>
              </a:spcAft>
              <a:buClr>
                <a:srgbClr val="757575"/>
              </a:buClr>
              <a:buSzPts val="1600"/>
              <a:buNone/>
              <a:defRPr sz="1600">
                <a:solidFill>
                  <a:srgbClr val="757575"/>
                </a:solidFill>
              </a:defRPr>
            </a:lvl6pPr>
            <a:lvl7pPr indent="-228600" lvl="6" marL="3200400" rtl="1" algn="r">
              <a:lnSpc>
                <a:spcPct val="90000"/>
              </a:lnSpc>
              <a:spcBef>
                <a:spcPts val="500"/>
              </a:spcBef>
              <a:spcAft>
                <a:spcPts val="0"/>
              </a:spcAft>
              <a:buClr>
                <a:srgbClr val="757575"/>
              </a:buClr>
              <a:buSzPts val="1600"/>
              <a:buNone/>
              <a:defRPr sz="1600">
                <a:solidFill>
                  <a:srgbClr val="757575"/>
                </a:solidFill>
              </a:defRPr>
            </a:lvl7pPr>
            <a:lvl8pPr indent="-228600" lvl="7" marL="3657600" rtl="1" algn="r">
              <a:lnSpc>
                <a:spcPct val="90000"/>
              </a:lnSpc>
              <a:spcBef>
                <a:spcPts val="500"/>
              </a:spcBef>
              <a:spcAft>
                <a:spcPts val="0"/>
              </a:spcAft>
              <a:buClr>
                <a:srgbClr val="757575"/>
              </a:buClr>
              <a:buSzPts val="1600"/>
              <a:buNone/>
              <a:defRPr sz="1600">
                <a:solidFill>
                  <a:srgbClr val="757575"/>
                </a:solidFill>
              </a:defRPr>
            </a:lvl8pPr>
            <a:lvl9pPr indent="-228600" lvl="8" marL="4114800" rtl="1" algn="r">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4"/>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8" name="Google Shape;28;p4"/>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ני תכנים"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35" name="Google Shape;35;p5"/>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השוואה"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2400"/>
              <a:buNone/>
              <a:defRPr b="1" sz="2400"/>
            </a:lvl1pPr>
            <a:lvl2pPr indent="-228600" lvl="1" marL="914400" rtl="1" algn="r">
              <a:lnSpc>
                <a:spcPct val="90000"/>
              </a:lnSpc>
              <a:spcBef>
                <a:spcPts val="500"/>
              </a:spcBef>
              <a:spcAft>
                <a:spcPts val="0"/>
              </a:spcAft>
              <a:buClr>
                <a:schemeClr val="dk1"/>
              </a:buClr>
              <a:buSzPts val="2000"/>
              <a:buNone/>
              <a:defRPr b="1" sz="2000"/>
            </a:lvl2pPr>
            <a:lvl3pPr indent="-228600" lvl="2" marL="1371600" rtl="1" algn="r">
              <a:lnSpc>
                <a:spcPct val="90000"/>
              </a:lnSpc>
              <a:spcBef>
                <a:spcPts val="500"/>
              </a:spcBef>
              <a:spcAft>
                <a:spcPts val="0"/>
              </a:spcAft>
              <a:buClr>
                <a:schemeClr val="dk1"/>
              </a:buClr>
              <a:buSzPts val="1800"/>
              <a:buNone/>
              <a:defRPr b="1" sz="1800"/>
            </a:lvl3pPr>
            <a:lvl4pPr indent="-228600" lvl="3" marL="1828800" rtl="1" algn="r">
              <a:lnSpc>
                <a:spcPct val="90000"/>
              </a:lnSpc>
              <a:spcBef>
                <a:spcPts val="500"/>
              </a:spcBef>
              <a:spcAft>
                <a:spcPts val="0"/>
              </a:spcAft>
              <a:buClr>
                <a:schemeClr val="dk1"/>
              </a:buClr>
              <a:buSzPts val="1600"/>
              <a:buNone/>
              <a:defRPr b="1" sz="1600"/>
            </a:lvl4pPr>
            <a:lvl5pPr indent="-228600" lvl="4" marL="2286000" rtl="1" algn="r">
              <a:lnSpc>
                <a:spcPct val="90000"/>
              </a:lnSpc>
              <a:spcBef>
                <a:spcPts val="500"/>
              </a:spcBef>
              <a:spcAft>
                <a:spcPts val="0"/>
              </a:spcAft>
              <a:buClr>
                <a:schemeClr val="dk1"/>
              </a:buClr>
              <a:buSzPts val="1600"/>
              <a:buNone/>
              <a:defRPr b="1" sz="1600"/>
            </a:lvl5pPr>
            <a:lvl6pPr indent="-228600" lvl="5" marL="2743200" rtl="1" algn="r">
              <a:lnSpc>
                <a:spcPct val="90000"/>
              </a:lnSpc>
              <a:spcBef>
                <a:spcPts val="500"/>
              </a:spcBef>
              <a:spcAft>
                <a:spcPts val="0"/>
              </a:spcAft>
              <a:buClr>
                <a:schemeClr val="dk1"/>
              </a:buClr>
              <a:buSzPts val="1600"/>
              <a:buNone/>
              <a:defRPr b="1" sz="1600"/>
            </a:lvl6pPr>
            <a:lvl7pPr indent="-228600" lvl="6" marL="3200400" rtl="1" algn="r">
              <a:lnSpc>
                <a:spcPct val="90000"/>
              </a:lnSpc>
              <a:spcBef>
                <a:spcPts val="500"/>
              </a:spcBef>
              <a:spcAft>
                <a:spcPts val="0"/>
              </a:spcAft>
              <a:buClr>
                <a:schemeClr val="dk1"/>
              </a:buClr>
              <a:buSzPts val="1600"/>
              <a:buNone/>
              <a:defRPr b="1" sz="1600"/>
            </a:lvl7pPr>
            <a:lvl8pPr indent="-228600" lvl="7" marL="3657600" rtl="1" algn="r">
              <a:lnSpc>
                <a:spcPct val="90000"/>
              </a:lnSpc>
              <a:spcBef>
                <a:spcPts val="500"/>
              </a:spcBef>
              <a:spcAft>
                <a:spcPts val="0"/>
              </a:spcAft>
              <a:buClr>
                <a:schemeClr val="dk1"/>
              </a:buClr>
              <a:buSzPts val="1600"/>
              <a:buNone/>
              <a:defRPr b="1" sz="1600"/>
            </a:lvl8pPr>
            <a:lvl9pPr indent="-228600" lvl="8" marL="4114800" rtl="1" algn="r">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2400"/>
              <a:buNone/>
              <a:defRPr b="1" sz="2400"/>
            </a:lvl1pPr>
            <a:lvl2pPr indent="-228600" lvl="1" marL="914400" rtl="1" algn="r">
              <a:lnSpc>
                <a:spcPct val="90000"/>
              </a:lnSpc>
              <a:spcBef>
                <a:spcPts val="500"/>
              </a:spcBef>
              <a:spcAft>
                <a:spcPts val="0"/>
              </a:spcAft>
              <a:buClr>
                <a:schemeClr val="dk1"/>
              </a:buClr>
              <a:buSzPts val="2000"/>
              <a:buNone/>
              <a:defRPr b="1" sz="2000"/>
            </a:lvl2pPr>
            <a:lvl3pPr indent="-228600" lvl="2" marL="1371600" rtl="1" algn="r">
              <a:lnSpc>
                <a:spcPct val="90000"/>
              </a:lnSpc>
              <a:spcBef>
                <a:spcPts val="500"/>
              </a:spcBef>
              <a:spcAft>
                <a:spcPts val="0"/>
              </a:spcAft>
              <a:buClr>
                <a:schemeClr val="dk1"/>
              </a:buClr>
              <a:buSzPts val="1800"/>
              <a:buNone/>
              <a:defRPr b="1" sz="1800"/>
            </a:lvl3pPr>
            <a:lvl4pPr indent="-228600" lvl="3" marL="1828800" rtl="1" algn="r">
              <a:lnSpc>
                <a:spcPct val="90000"/>
              </a:lnSpc>
              <a:spcBef>
                <a:spcPts val="500"/>
              </a:spcBef>
              <a:spcAft>
                <a:spcPts val="0"/>
              </a:spcAft>
              <a:buClr>
                <a:schemeClr val="dk1"/>
              </a:buClr>
              <a:buSzPts val="1600"/>
              <a:buNone/>
              <a:defRPr b="1" sz="1600"/>
            </a:lvl4pPr>
            <a:lvl5pPr indent="-228600" lvl="4" marL="2286000" rtl="1" algn="r">
              <a:lnSpc>
                <a:spcPct val="90000"/>
              </a:lnSpc>
              <a:spcBef>
                <a:spcPts val="500"/>
              </a:spcBef>
              <a:spcAft>
                <a:spcPts val="0"/>
              </a:spcAft>
              <a:buClr>
                <a:schemeClr val="dk1"/>
              </a:buClr>
              <a:buSzPts val="1600"/>
              <a:buNone/>
              <a:defRPr b="1" sz="1600"/>
            </a:lvl5pPr>
            <a:lvl6pPr indent="-228600" lvl="5" marL="2743200" rtl="1" algn="r">
              <a:lnSpc>
                <a:spcPct val="90000"/>
              </a:lnSpc>
              <a:spcBef>
                <a:spcPts val="500"/>
              </a:spcBef>
              <a:spcAft>
                <a:spcPts val="0"/>
              </a:spcAft>
              <a:buClr>
                <a:schemeClr val="dk1"/>
              </a:buClr>
              <a:buSzPts val="1600"/>
              <a:buNone/>
              <a:defRPr b="1" sz="1600"/>
            </a:lvl6pPr>
            <a:lvl7pPr indent="-228600" lvl="6" marL="3200400" rtl="1" algn="r">
              <a:lnSpc>
                <a:spcPct val="90000"/>
              </a:lnSpc>
              <a:spcBef>
                <a:spcPts val="500"/>
              </a:spcBef>
              <a:spcAft>
                <a:spcPts val="0"/>
              </a:spcAft>
              <a:buClr>
                <a:schemeClr val="dk1"/>
              </a:buClr>
              <a:buSzPts val="1600"/>
              <a:buNone/>
              <a:defRPr b="1" sz="1600"/>
            </a:lvl7pPr>
            <a:lvl8pPr indent="-228600" lvl="7" marL="3657600" rtl="1" algn="r">
              <a:lnSpc>
                <a:spcPct val="90000"/>
              </a:lnSpc>
              <a:spcBef>
                <a:spcPts val="500"/>
              </a:spcBef>
              <a:spcAft>
                <a:spcPts val="0"/>
              </a:spcAft>
              <a:buClr>
                <a:schemeClr val="dk1"/>
              </a:buClr>
              <a:buSzPts val="1600"/>
              <a:buNone/>
              <a:defRPr b="1" sz="1600"/>
            </a:lvl8pPr>
            <a:lvl9pPr indent="-228600" lvl="8" marL="4114800" rtl="1" algn="r">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44" name="Google Shape;44;p6"/>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בלבד"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49" name="Google Shape;49;p7"/>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ריק"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53" name="Google Shape;53;p8"/>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וכן עם כיתוב"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rtl="1" algn="r">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rtl="1" algn="r">
              <a:lnSpc>
                <a:spcPct val="90000"/>
              </a:lnSpc>
              <a:spcBef>
                <a:spcPts val="1000"/>
              </a:spcBef>
              <a:spcAft>
                <a:spcPts val="0"/>
              </a:spcAft>
              <a:buClr>
                <a:schemeClr val="dk1"/>
              </a:buClr>
              <a:buSzPts val="3200"/>
              <a:buChar char="•"/>
              <a:defRPr sz="3200"/>
            </a:lvl1pPr>
            <a:lvl2pPr indent="-406400" lvl="1" marL="914400" rtl="1" algn="r">
              <a:lnSpc>
                <a:spcPct val="90000"/>
              </a:lnSpc>
              <a:spcBef>
                <a:spcPts val="500"/>
              </a:spcBef>
              <a:spcAft>
                <a:spcPts val="0"/>
              </a:spcAft>
              <a:buClr>
                <a:schemeClr val="dk1"/>
              </a:buClr>
              <a:buSzPts val="2800"/>
              <a:buChar char="•"/>
              <a:defRPr sz="2800"/>
            </a:lvl2pPr>
            <a:lvl3pPr indent="-381000" lvl="2" marL="1371600" rtl="1" algn="r">
              <a:lnSpc>
                <a:spcPct val="90000"/>
              </a:lnSpc>
              <a:spcBef>
                <a:spcPts val="500"/>
              </a:spcBef>
              <a:spcAft>
                <a:spcPts val="0"/>
              </a:spcAft>
              <a:buClr>
                <a:schemeClr val="dk1"/>
              </a:buClr>
              <a:buSzPts val="2400"/>
              <a:buChar char="•"/>
              <a:defRPr sz="2400"/>
            </a:lvl3pPr>
            <a:lvl4pPr indent="-355600" lvl="3" marL="1828800" rtl="1" algn="r">
              <a:lnSpc>
                <a:spcPct val="90000"/>
              </a:lnSpc>
              <a:spcBef>
                <a:spcPts val="500"/>
              </a:spcBef>
              <a:spcAft>
                <a:spcPts val="0"/>
              </a:spcAft>
              <a:buClr>
                <a:schemeClr val="dk1"/>
              </a:buClr>
              <a:buSzPts val="2000"/>
              <a:buChar char="•"/>
              <a:defRPr sz="2000"/>
            </a:lvl4pPr>
            <a:lvl5pPr indent="-355600" lvl="4" marL="2286000" rtl="1" algn="r">
              <a:lnSpc>
                <a:spcPct val="90000"/>
              </a:lnSpc>
              <a:spcBef>
                <a:spcPts val="500"/>
              </a:spcBef>
              <a:spcAft>
                <a:spcPts val="0"/>
              </a:spcAft>
              <a:buClr>
                <a:schemeClr val="dk1"/>
              </a:buClr>
              <a:buSzPts val="2000"/>
              <a:buChar char="•"/>
              <a:defRPr sz="2000"/>
            </a:lvl5pPr>
            <a:lvl6pPr indent="-355600" lvl="5" marL="2743200" rtl="1" algn="r">
              <a:lnSpc>
                <a:spcPct val="90000"/>
              </a:lnSpc>
              <a:spcBef>
                <a:spcPts val="500"/>
              </a:spcBef>
              <a:spcAft>
                <a:spcPts val="0"/>
              </a:spcAft>
              <a:buClr>
                <a:schemeClr val="dk1"/>
              </a:buClr>
              <a:buSzPts val="2000"/>
              <a:buChar char="•"/>
              <a:defRPr sz="2000"/>
            </a:lvl6pPr>
            <a:lvl7pPr indent="-355600" lvl="6" marL="3200400" rtl="1" algn="r">
              <a:lnSpc>
                <a:spcPct val="90000"/>
              </a:lnSpc>
              <a:spcBef>
                <a:spcPts val="500"/>
              </a:spcBef>
              <a:spcAft>
                <a:spcPts val="0"/>
              </a:spcAft>
              <a:buClr>
                <a:schemeClr val="dk1"/>
              </a:buClr>
              <a:buSzPts val="2000"/>
              <a:buChar char="•"/>
              <a:defRPr sz="2000"/>
            </a:lvl7pPr>
            <a:lvl8pPr indent="-355600" lvl="7" marL="3657600" rtl="1" algn="r">
              <a:lnSpc>
                <a:spcPct val="90000"/>
              </a:lnSpc>
              <a:spcBef>
                <a:spcPts val="500"/>
              </a:spcBef>
              <a:spcAft>
                <a:spcPts val="0"/>
              </a:spcAft>
              <a:buClr>
                <a:schemeClr val="dk1"/>
              </a:buClr>
              <a:buSzPts val="2000"/>
              <a:buChar char="•"/>
              <a:defRPr sz="2000"/>
            </a:lvl8pPr>
            <a:lvl9pPr indent="-355600" lvl="8" marL="4114800" rtl="1" algn="r">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1600"/>
              <a:buNone/>
              <a:defRPr sz="1600"/>
            </a:lvl1pPr>
            <a:lvl2pPr indent="-228600" lvl="1" marL="914400" rtl="1" algn="r">
              <a:lnSpc>
                <a:spcPct val="90000"/>
              </a:lnSpc>
              <a:spcBef>
                <a:spcPts val="500"/>
              </a:spcBef>
              <a:spcAft>
                <a:spcPts val="0"/>
              </a:spcAft>
              <a:buClr>
                <a:schemeClr val="dk1"/>
              </a:buClr>
              <a:buSzPts val="1400"/>
              <a:buNone/>
              <a:defRPr sz="1400"/>
            </a:lvl2pPr>
            <a:lvl3pPr indent="-228600" lvl="2" marL="1371600" rtl="1" algn="r">
              <a:lnSpc>
                <a:spcPct val="90000"/>
              </a:lnSpc>
              <a:spcBef>
                <a:spcPts val="500"/>
              </a:spcBef>
              <a:spcAft>
                <a:spcPts val="0"/>
              </a:spcAft>
              <a:buClr>
                <a:schemeClr val="dk1"/>
              </a:buClr>
              <a:buSzPts val="1200"/>
              <a:buNone/>
              <a:defRPr sz="1200"/>
            </a:lvl3pPr>
            <a:lvl4pPr indent="-228600" lvl="3" marL="1828800" rtl="1" algn="r">
              <a:lnSpc>
                <a:spcPct val="90000"/>
              </a:lnSpc>
              <a:spcBef>
                <a:spcPts val="500"/>
              </a:spcBef>
              <a:spcAft>
                <a:spcPts val="0"/>
              </a:spcAft>
              <a:buClr>
                <a:schemeClr val="dk1"/>
              </a:buClr>
              <a:buSzPts val="1000"/>
              <a:buNone/>
              <a:defRPr sz="1000"/>
            </a:lvl4pPr>
            <a:lvl5pPr indent="-228600" lvl="4" marL="2286000" rtl="1" algn="r">
              <a:lnSpc>
                <a:spcPct val="90000"/>
              </a:lnSpc>
              <a:spcBef>
                <a:spcPts val="500"/>
              </a:spcBef>
              <a:spcAft>
                <a:spcPts val="0"/>
              </a:spcAft>
              <a:buClr>
                <a:schemeClr val="dk1"/>
              </a:buClr>
              <a:buSzPts val="1000"/>
              <a:buNone/>
              <a:defRPr sz="1000"/>
            </a:lvl5pPr>
            <a:lvl6pPr indent="-228600" lvl="5" marL="2743200" rtl="1" algn="r">
              <a:lnSpc>
                <a:spcPct val="90000"/>
              </a:lnSpc>
              <a:spcBef>
                <a:spcPts val="500"/>
              </a:spcBef>
              <a:spcAft>
                <a:spcPts val="0"/>
              </a:spcAft>
              <a:buClr>
                <a:schemeClr val="dk1"/>
              </a:buClr>
              <a:buSzPts val="1000"/>
              <a:buNone/>
              <a:defRPr sz="1000"/>
            </a:lvl6pPr>
            <a:lvl7pPr indent="-228600" lvl="6" marL="3200400" rtl="1" algn="r">
              <a:lnSpc>
                <a:spcPct val="90000"/>
              </a:lnSpc>
              <a:spcBef>
                <a:spcPts val="500"/>
              </a:spcBef>
              <a:spcAft>
                <a:spcPts val="0"/>
              </a:spcAft>
              <a:buClr>
                <a:schemeClr val="dk1"/>
              </a:buClr>
              <a:buSzPts val="1000"/>
              <a:buNone/>
              <a:defRPr sz="1000"/>
            </a:lvl7pPr>
            <a:lvl8pPr indent="-228600" lvl="7" marL="3657600" rtl="1" algn="r">
              <a:lnSpc>
                <a:spcPct val="90000"/>
              </a:lnSpc>
              <a:spcBef>
                <a:spcPts val="500"/>
              </a:spcBef>
              <a:spcAft>
                <a:spcPts val="0"/>
              </a:spcAft>
              <a:buClr>
                <a:schemeClr val="dk1"/>
              </a:buClr>
              <a:buSzPts val="1000"/>
              <a:buNone/>
              <a:defRPr sz="1000"/>
            </a:lvl8pPr>
            <a:lvl9pPr indent="-228600" lvl="8" marL="4114800" rtl="1" algn="r">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60" name="Google Shape;60;p9"/>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מונה עם כיתוב"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rtl="1" algn="r">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1600"/>
              <a:buNone/>
              <a:defRPr sz="1600"/>
            </a:lvl1pPr>
            <a:lvl2pPr indent="-228600" lvl="1" marL="914400" rtl="1" algn="r">
              <a:lnSpc>
                <a:spcPct val="90000"/>
              </a:lnSpc>
              <a:spcBef>
                <a:spcPts val="500"/>
              </a:spcBef>
              <a:spcAft>
                <a:spcPts val="0"/>
              </a:spcAft>
              <a:buClr>
                <a:schemeClr val="dk1"/>
              </a:buClr>
              <a:buSzPts val="1400"/>
              <a:buNone/>
              <a:defRPr sz="1400"/>
            </a:lvl2pPr>
            <a:lvl3pPr indent="-228600" lvl="2" marL="1371600" rtl="1" algn="r">
              <a:lnSpc>
                <a:spcPct val="90000"/>
              </a:lnSpc>
              <a:spcBef>
                <a:spcPts val="500"/>
              </a:spcBef>
              <a:spcAft>
                <a:spcPts val="0"/>
              </a:spcAft>
              <a:buClr>
                <a:schemeClr val="dk1"/>
              </a:buClr>
              <a:buSzPts val="1200"/>
              <a:buNone/>
              <a:defRPr sz="1200"/>
            </a:lvl3pPr>
            <a:lvl4pPr indent="-228600" lvl="3" marL="1828800" rtl="1" algn="r">
              <a:lnSpc>
                <a:spcPct val="90000"/>
              </a:lnSpc>
              <a:spcBef>
                <a:spcPts val="500"/>
              </a:spcBef>
              <a:spcAft>
                <a:spcPts val="0"/>
              </a:spcAft>
              <a:buClr>
                <a:schemeClr val="dk1"/>
              </a:buClr>
              <a:buSzPts val="1000"/>
              <a:buNone/>
              <a:defRPr sz="1000"/>
            </a:lvl4pPr>
            <a:lvl5pPr indent="-228600" lvl="4" marL="2286000" rtl="1" algn="r">
              <a:lnSpc>
                <a:spcPct val="90000"/>
              </a:lnSpc>
              <a:spcBef>
                <a:spcPts val="500"/>
              </a:spcBef>
              <a:spcAft>
                <a:spcPts val="0"/>
              </a:spcAft>
              <a:buClr>
                <a:schemeClr val="dk1"/>
              </a:buClr>
              <a:buSzPts val="1000"/>
              <a:buNone/>
              <a:defRPr sz="1000"/>
            </a:lvl5pPr>
            <a:lvl6pPr indent="-228600" lvl="5" marL="2743200" rtl="1" algn="r">
              <a:lnSpc>
                <a:spcPct val="90000"/>
              </a:lnSpc>
              <a:spcBef>
                <a:spcPts val="500"/>
              </a:spcBef>
              <a:spcAft>
                <a:spcPts val="0"/>
              </a:spcAft>
              <a:buClr>
                <a:schemeClr val="dk1"/>
              </a:buClr>
              <a:buSzPts val="1000"/>
              <a:buNone/>
              <a:defRPr sz="1000"/>
            </a:lvl6pPr>
            <a:lvl7pPr indent="-228600" lvl="6" marL="3200400" rtl="1" algn="r">
              <a:lnSpc>
                <a:spcPct val="90000"/>
              </a:lnSpc>
              <a:spcBef>
                <a:spcPts val="500"/>
              </a:spcBef>
              <a:spcAft>
                <a:spcPts val="0"/>
              </a:spcAft>
              <a:buClr>
                <a:schemeClr val="dk1"/>
              </a:buClr>
              <a:buSzPts val="1000"/>
              <a:buNone/>
              <a:defRPr sz="1000"/>
            </a:lvl7pPr>
            <a:lvl8pPr indent="-228600" lvl="7" marL="3657600" rtl="1" algn="r">
              <a:lnSpc>
                <a:spcPct val="90000"/>
              </a:lnSpc>
              <a:spcBef>
                <a:spcPts val="500"/>
              </a:spcBef>
              <a:spcAft>
                <a:spcPts val="0"/>
              </a:spcAft>
              <a:buClr>
                <a:schemeClr val="dk1"/>
              </a:buClr>
              <a:buSzPts val="1000"/>
              <a:buNone/>
              <a:defRPr sz="1000"/>
            </a:lvl8pPr>
            <a:lvl9pPr indent="-228600" lvl="8" marL="4114800" rtl="1" algn="r">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67" name="Google Shape;67;p10"/>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טקסט אנכי"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3" name="Google Shape;73;p11"/>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אנכית וטקסט"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9" name="Google Shape;79;p12"/>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1" algn="r">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1" algn="r">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1" algn="r">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1" algn="r">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marR="0" rtl="1" algn="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1" algn="r">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1" algn="r">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1" algn="r">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1" algn="r">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1" algn="r">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1" algn="r">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1" algn="r">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1" algn="r">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1"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1" algn="r">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1" algn="r">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1" algn="r">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1" algn="r">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1" algn="r">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1" algn="r">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1" algn="r">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1" algn="r">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1" algn="l">
              <a:spcBef>
                <a:spcPts val="0"/>
              </a:spcBef>
              <a:buNone/>
              <a:defRPr b="0" i="0" sz="1200" u="none" cap="none" strike="noStrike">
                <a:solidFill>
                  <a:srgbClr val="757575"/>
                </a:solidFill>
                <a:latin typeface="Arial"/>
                <a:ea typeface="Arial"/>
                <a:cs typeface="Arial"/>
                <a:sym typeface="Arial"/>
              </a:defRPr>
            </a:lvl1pPr>
            <a:lvl2pPr indent="0" lvl="1" marL="0" marR="0" rtl="1" algn="l">
              <a:spcBef>
                <a:spcPts val="0"/>
              </a:spcBef>
              <a:buNone/>
              <a:defRPr b="0" i="0" sz="1200" u="none" cap="none" strike="noStrike">
                <a:solidFill>
                  <a:srgbClr val="757575"/>
                </a:solidFill>
                <a:latin typeface="Arial"/>
                <a:ea typeface="Arial"/>
                <a:cs typeface="Arial"/>
                <a:sym typeface="Arial"/>
              </a:defRPr>
            </a:lvl2pPr>
            <a:lvl3pPr indent="0" lvl="2" marL="0" marR="0" rtl="1" algn="l">
              <a:spcBef>
                <a:spcPts val="0"/>
              </a:spcBef>
              <a:buNone/>
              <a:defRPr b="0" i="0" sz="1200" u="none" cap="none" strike="noStrike">
                <a:solidFill>
                  <a:srgbClr val="757575"/>
                </a:solidFill>
                <a:latin typeface="Arial"/>
                <a:ea typeface="Arial"/>
                <a:cs typeface="Arial"/>
                <a:sym typeface="Arial"/>
              </a:defRPr>
            </a:lvl3pPr>
            <a:lvl4pPr indent="0" lvl="3" marL="0" marR="0" rtl="1" algn="l">
              <a:spcBef>
                <a:spcPts val="0"/>
              </a:spcBef>
              <a:buNone/>
              <a:defRPr b="0" i="0" sz="1200" u="none" cap="none" strike="noStrike">
                <a:solidFill>
                  <a:srgbClr val="757575"/>
                </a:solidFill>
                <a:latin typeface="Arial"/>
                <a:ea typeface="Arial"/>
                <a:cs typeface="Arial"/>
                <a:sym typeface="Arial"/>
              </a:defRPr>
            </a:lvl4pPr>
            <a:lvl5pPr indent="0" lvl="4" marL="0" marR="0" rtl="1" algn="l">
              <a:spcBef>
                <a:spcPts val="0"/>
              </a:spcBef>
              <a:buNone/>
              <a:defRPr b="0" i="0" sz="1200" u="none" cap="none" strike="noStrike">
                <a:solidFill>
                  <a:srgbClr val="757575"/>
                </a:solidFill>
                <a:latin typeface="Arial"/>
                <a:ea typeface="Arial"/>
                <a:cs typeface="Arial"/>
                <a:sym typeface="Arial"/>
              </a:defRPr>
            </a:lvl5pPr>
            <a:lvl6pPr indent="0" lvl="5" marL="0" marR="0" rtl="1" algn="l">
              <a:spcBef>
                <a:spcPts val="0"/>
              </a:spcBef>
              <a:buNone/>
              <a:defRPr b="0" i="0" sz="1200" u="none" cap="none" strike="noStrike">
                <a:solidFill>
                  <a:srgbClr val="757575"/>
                </a:solidFill>
                <a:latin typeface="Arial"/>
                <a:ea typeface="Arial"/>
                <a:cs typeface="Arial"/>
                <a:sym typeface="Arial"/>
              </a:defRPr>
            </a:lvl6pPr>
            <a:lvl7pPr indent="0" lvl="6" marL="0" marR="0" rtl="1" algn="l">
              <a:spcBef>
                <a:spcPts val="0"/>
              </a:spcBef>
              <a:buNone/>
              <a:defRPr b="0" i="0" sz="1200" u="none" cap="none" strike="noStrike">
                <a:solidFill>
                  <a:srgbClr val="757575"/>
                </a:solidFill>
                <a:latin typeface="Arial"/>
                <a:ea typeface="Arial"/>
                <a:cs typeface="Arial"/>
                <a:sym typeface="Arial"/>
              </a:defRPr>
            </a:lvl7pPr>
            <a:lvl8pPr indent="0" lvl="7" marL="0" marR="0" rtl="1" algn="l">
              <a:spcBef>
                <a:spcPts val="0"/>
              </a:spcBef>
              <a:buNone/>
              <a:defRPr b="0" i="0" sz="1200" u="none" cap="none" strike="noStrike">
                <a:solidFill>
                  <a:srgbClr val="757575"/>
                </a:solidFill>
                <a:latin typeface="Arial"/>
                <a:ea typeface="Arial"/>
                <a:cs typeface="Arial"/>
                <a:sym typeface="Arial"/>
              </a:defRPr>
            </a:lvl8pPr>
            <a:lvl9pPr indent="0" lvl="8" marL="0" marR="0" rtl="1" algn="l">
              <a:spcBef>
                <a:spcPts val="0"/>
              </a:spcBef>
              <a:buNone/>
              <a:defRPr b="0" i="0" sz="1200" u="none" cap="none" strike="noStrike">
                <a:solidFill>
                  <a:srgbClr val="757575"/>
                </a:solidFill>
                <a:latin typeface="Arial"/>
                <a:ea typeface="Arial"/>
                <a:cs typeface="Arial"/>
                <a:sym typeface="Arial"/>
              </a:defRPr>
            </a:lvl9pPr>
          </a:lstStyle>
          <a:p>
            <a:pPr indent="0" lvl="0" marL="0" rtl="1" algn="l">
              <a:spcBef>
                <a:spcPts val="0"/>
              </a:spcBef>
              <a:spcAft>
                <a:spcPts val="0"/>
              </a:spcAft>
              <a:buNone/>
            </a:pPr>
            <a:fld id="{00000000-1234-1234-1234-123412341234}" type="slidenum">
              <a:rPr lang="iw-I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3"/>
          <p:cNvSpPr txBox="1"/>
          <p:nvPr>
            <p:ph type="ctrTitle"/>
          </p:nvPr>
        </p:nvSpPr>
        <p:spPr>
          <a:xfrm>
            <a:off x="-1535250" y="3276013"/>
            <a:ext cx="9144000" cy="2387700"/>
          </a:xfrm>
          <a:prstGeom prst="rect">
            <a:avLst/>
          </a:prstGeom>
          <a:noFill/>
          <a:ln>
            <a:noFill/>
          </a:ln>
        </p:spPr>
        <p:txBody>
          <a:bodyPr anchorCtr="0" anchor="b" bIns="45700" lIns="91425" spcFirstLastPara="1" rIns="91425" wrap="square" tIns="45700">
            <a:normAutofit/>
          </a:bodyPr>
          <a:lstStyle/>
          <a:p>
            <a:pPr indent="0" lvl="0" marL="0" rtl="1" algn="ctr">
              <a:lnSpc>
                <a:spcPct val="90000"/>
              </a:lnSpc>
              <a:spcBef>
                <a:spcPts val="0"/>
              </a:spcBef>
              <a:spcAft>
                <a:spcPts val="0"/>
              </a:spcAft>
              <a:buClr>
                <a:schemeClr val="dk1"/>
              </a:buClr>
              <a:buSzPts val="6000"/>
              <a:buFont typeface="Play"/>
              <a:buNone/>
            </a:pPr>
            <a:r>
              <a:rPr lang="iw-IL">
                <a:solidFill>
                  <a:srgbClr val="FFFFFF"/>
                </a:solidFill>
              </a:rPr>
              <a:t>הרפתקה במבוך הקסום</a:t>
            </a:r>
            <a:endParaRPr>
              <a:solidFill>
                <a:srgbClr val="FFFFFF"/>
              </a:solidFill>
            </a:endParaRPr>
          </a:p>
        </p:txBody>
      </p:sp>
      <p:sp>
        <p:nvSpPr>
          <p:cNvPr id="85" name="Google Shape;85;p13"/>
          <p:cNvSpPr txBox="1"/>
          <p:nvPr>
            <p:ph idx="1" type="subTitle"/>
          </p:nvPr>
        </p:nvSpPr>
        <p:spPr>
          <a:xfrm>
            <a:off x="-2289225" y="5747413"/>
            <a:ext cx="9144000" cy="1655700"/>
          </a:xfrm>
          <a:prstGeom prst="rect">
            <a:avLst/>
          </a:prstGeom>
          <a:noFill/>
          <a:ln>
            <a:noFill/>
          </a:ln>
        </p:spPr>
        <p:txBody>
          <a:bodyPr anchorCtr="0" anchor="t" bIns="45700" lIns="91425" spcFirstLastPara="1" rIns="91425" wrap="square" tIns="45700">
            <a:normAutofit/>
          </a:bodyPr>
          <a:lstStyle/>
          <a:p>
            <a:pPr indent="0" lvl="0" marL="0" rtl="1" algn="ctr">
              <a:lnSpc>
                <a:spcPct val="90000"/>
              </a:lnSpc>
              <a:spcBef>
                <a:spcPts val="0"/>
              </a:spcBef>
              <a:spcAft>
                <a:spcPts val="0"/>
              </a:spcAft>
              <a:buClr>
                <a:schemeClr val="dk1"/>
              </a:buClr>
              <a:buSzPts val="2400"/>
              <a:buNone/>
            </a:pPr>
            <a:r>
              <a:rPr lang="iw-IL">
                <a:solidFill>
                  <a:srgbClr val="FFFFFF"/>
                </a:solidFill>
              </a:rPr>
              <a:t>מגישה: קסניה דרדיק</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14"/>
          <p:cNvSpPr txBox="1"/>
          <p:nvPr/>
        </p:nvSpPr>
        <p:spPr>
          <a:xfrm>
            <a:off x="68125" y="1271899"/>
            <a:ext cx="11098800" cy="48948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b="0" i="0" lang="iw-IL" sz="3200" u="none" cap="none" strike="noStrike">
                <a:solidFill>
                  <a:schemeClr val="lt1"/>
                </a:solidFill>
                <a:latin typeface="Arial"/>
                <a:ea typeface="Arial"/>
                <a:cs typeface="Arial"/>
                <a:sym typeface="Arial"/>
              </a:rPr>
              <a:t>תיאור המשחק:</a:t>
            </a:r>
            <a:endParaRPr>
              <a:solidFill>
                <a:schemeClr val="lt1"/>
              </a:solidFill>
            </a:endParaRPr>
          </a:p>
          <a:p>
            <a:pPr indent="0" lvl="0" marL="0" marR="0" rtl="1" algn="r">
              <a:spcBef>
                <a:spcPts val="0"/>
              </a:spcBef>
              <a:spcAft>
                <a:spcPts val="0"/>
              </a:spcAft>
              <a:buNone/>
            </a:pPr>
            <a:r>
              <a:rPr b="0" i="0" lang="iw-IL" sz="2800" u="none" cap="none" strike="noStrike">
                <a:solidFill>
                  <a:schemeClr val="lt1"/>
                </a:solidFill>
                <a:latin typeface="Arial"/>
                <a:ea typeface="Arial"/>
                <a:cs typeface="Arial"/>
                <a:sym typeface="Arial"/>
              </a:rPr>
              <a:t>השחקן מגלם דמות של הרפתקן שצריך למצוא את דרכו במבוך קסום. </a:t>
            </a:r>
            <a:endParaRPr>
              <a:solidFill>
                <a:schemeClr val="lt1"/>
              </a:solidFill>
            </a:endParaRPr>
          </a:p>
          <a:p>
            <a:pPr indent="0" lvl="0" marL="0" marR="0" rtl="1" algn="r">
              <a:spcBef>
                <a:spcPts val="0"/>
              </a:spcBef>
              <a:spcAft>
                <a:spcPts val="0"/>
              </a:spcAft>
              <a:buNone/>
            </a:pPr>
            <a:r>
              <a:rPr b="0" i="0" lang="iw-IL" sz="2800" u="none" cap="none" strike="noStrike">
                <a:solidFill>
                  <a:schemeClr val="lt1"/>
                </a:solidFill>
                <a:latin typeface="Arial"/>
                <a:ea typeface="Arial"/>
                <a:cs typeface="Arial"/>
                <a:sym typeface="Arial"/>
              </a:rPr>
              <a:t>השחקן מתחיל בנקודת התחלה ועליו למצוא את היציאה.</a:t>
            </a:r>
            <a:endParaRPr b="0" i="0" sz="28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rPr lang="iw-IL" sz="2800">
                <a:solidFill>
                  <a:schemeClr val="lt1"/>
                </a:solidFill>
              </a:rPr>
              <a:t>השחקן בוחר דרגת קושי- קל,בינוני או קשה.</a:t>
            </a:r>
            <a:endParaRPr sz="2800">
              <a:solidFill>
                <a:schemeClr val="lt1"/>
              </a:solidFill>
            </a:endParaRPr>
          </a:p>
          <a:p>
            <a:pPr indent="0" lvl="0" marL="0" marR="0" rtl="1" algn="r">
              <a:spcBef>
                <a:spcPts val="0"/>
              </a:spcBef>
              <a:spcAft>
                <a:spcPts val="0"/>
              </a:spcAft>
              <a:buNone/>
            </a:pPr>
            <a:r>
              <a:rPr b="0" i="0" lang="iw-IL" sz="2800" u="none" cap="none" strike="noStrike">
                <a:solidFill>
                  <a:schemeClr val="lt1"/>
                </a:solidFill>
                <a:latin typeface="Arial"/>
                <a:ea typeface="Arial"/>
                <a:cs typeface="Arial"/>
                <a:sym typeface="Arial"/>
              </a:rPr>
              <a:t>במהלך המסע, השחקן יכול לנוע בין חדרים במבוך. כל חדר יכול להכיל:</a:t>
            </a:r>
            <a:endParaRPr b="0" i="0" sz="28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rPr b="0" i="0" lang="iw-IL" sz="2800" u="none" cap="none" strike="noStrike">
                <a:solidFill>
                  <a:schemeClr val="lt1"/>
                </a:solidFill>
                <a:latin typeface="Arial"/>
                <a:ea typeface="Arial"/>
                <a:cs typeface="Arial"/>
                <a:sym typeface="Arial"/>
              </a:rPr>
              <a:t> * אוצר: מעניק חיים.</a:t>
            </a:r>
            <a:endParaRPr b="0" i="0" sz="28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rPr b="0" i="0" lang="iw-IL" sz="2800" u="none" cap="none" strike="noStrike">
                <a:solidFill>
                  <a:schemeClr val="lt1"/>
                </a:solidFill>
                <a:latin typeface="Arial"/>
                <a:ea typeface="Arial"/>
                <a:cs typeface="Arial"/>
                <a:sym typeface="Arial"/>
              </a:rPr>
              <a:t> * מפלצת: השחקן מאבד חיים.</a:t>
            </a:r>
            <a:endParaRPr b="0" i="0" sz="28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rPr b="0" i="0" lang="iw-IL" sz="2800" u="none" cap="none" strike="noStrike">
                <a:solidFill>
                  <a:schemeClr val="lt1"/>
                </a:solidFill>
                <a:latin typeface="Arial"/>
                <a:ea typeface="Arial"/>
                <a:cs typeface="Arial"/>
                <a:sym typeface="Arial"/>
              </a:rPr>
              <a:t> * חדר ריק: אין בו כלום.</a:t>
            </a:r>
            <a:endParaRPr b="0" i="0" sz="28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rPr lang="iw-IL" sz="2800">
                <a:solidFill>
                  <a:schemeClr val="lt1"/>
                </a:solidFill>
              </a:rPr>
              <a:t>* חדר עם הפתעה(רק בדרגת קושי "קשה"): חיים נוספים/מפלצת/רמז ליציאה/קיצור דרך ליציאה.</a:t>
            </a:r>
            <a:endParaRPr sz="2800">
              <a:solidFill>
                <a:schemeClr val="lt1"/>
              </a:solidFill>
            </a:endParaRPr>
          </a:p>
          <a:p>
            <a:pPr indent="0" lvl="0" marL="0" marR="0" rtl="1" algn="r">
              <a:spcBef>
                <a:spcPts val="0"/>
              </a:spcBef>
              <a:spcAft>
                <a:spcPts val="0"/>
              </a:spcAft>
              <a:buNone/>
            </a:pPr>
            <a:r>
              <a:rPr b="0" i="0" lang="iw-IL" sz="2800" u="none" cap="none" strike="noStrike">
                <a:solidFill>
                  <a:schemeClr val="lt1"/>
                </a:solidFill>
                <a:latin typeface="Arial"/>
                <a:ea typeface="Arial"/>
                <a:cs typeface="Arial"/>
                <a:sym typeface="Arial"/>
              </a:rPr>
              <a:t>המשחק מסתיים כאשר השחקן מוצא את היציאה או כאשר נגמרים לו החיים.</a:t>
            </a:r>
            <a:endParaRPr b="0" i="0" sz="28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15"/>
          <p:cNvSpPr txBox="1"/>
          <p:nvPr/>
        </p:nvSpPr>
        <p:spPr>
          <a:xfrm>
            <a:off x="1084500" y="594975"/>
            <a:ext cx="10821000" cy="44946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b="0" i="0" lang="iw-IL" sz="2800" u="none" cap="none" strike="noStrike">
                <a:solidFill>
                  <a:schemeClr val="lt1"/>
                </a:solidFill>
                <a:latin typeface="Arial"/>
                <a:ea typeface="Arial"/>
                <a:cs typeface="Arial"/>
                <a:sym typeface="Arial"/>
              </a:rPr>
              <a:t>תיאור הפונקציות העיקריות:</a:t>
            </a:r>
            <a:endParaRPr b="0" i="0" sz="28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rPr b="0" i="0" lang="iw-IL" sz="2000" u="none" cap="none" strike="noStrike">
                <a:solidFill>
                  <a:schemeClr val="lt1"/>
                </a:solidFill>
                <a:latin typeface="Arial"/>
                <a:ea typeface="Arial"/>
                <a:cs typeface="Arial"/>
                <a:sym typeface="Arial"/>
              </a:rPr>
              <a:t> * </a:t>
            </a:r>
            <a:r>
              <a:rPr b="0" i="0" lang="iw-IL" sz="2400" u="none" cap="none" strike="noStrike">
                <a:solidFill>
                  <a:schemeClr val="lt1"/>
                </a:solidFill>
                <a:latin typeface="Arial"/>
                <a:ea typeface="Arial"/>
                <a:cs typeface="Arial"/>
                <a:sym typeface="Arial"/>
              </a:rPr>
              <a:t>struct: ייצוג של חדר במבוך</a:t>
            </a:r>
            <a:r>
              <a:rPr b="0" i="0" lang="iw-IL" sz="2400" u="none" cap="none" strike="noStrike">
                <a:solidFill>
                  <a:schemeClr val="dk1"/>
                </a:solidFill>
                <a:latin typeface="Arial"/>
                <a:ea typeface="Arial"/>
                <a:cs typeface="Arial"/>
                <a:sym typeface="Arial"/>
              </a:rPr>
              <a:t> </a:t>
            </a:r>
            <a:r>
              <a:rPr b="0" i="0" lang="iw-IL" sz="2400" u="none" cap="none" strike="noStrike">
                <a:solidFill>
                  <a:schemeClr val="lt1"/>
                </a:solidFill>
                <a:latin typeface="Arial"/>
                <a:ea typeface="Arial"/>
                <a:cs typeface="Arial"/>
                <a:sym typeface="Arial"/>
              </a:rPr>
              <a:t>(מיקום, סוג החדר, תכולה).</a:t>
            </a:r>
            <a:endParaRPr b="0" i="0" sz="24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rPr b="0" i="0" lang="iw-IL" sz="2400" u="none" cap="none" strike="noStrike">
                <a:solidFill>
                  <a:schemeClr val="lt1"/>
                </a:solidFill>
                <a:latin typeface="Arial"/>
                <a:ea typeface="Arial"/>
                <a:cs typeface="Arial"/>
                <a:sym typeface="Arial"/>
              </a:rPr>
              <a:t> * פונקציות:</a:t>
            </a:r>
            <a:endParaRPr b="0" i="0" sz="24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rPr b="0" i="0" lang="iw-IL" sz="2400" u="none" cap="none" strike="noStrike">
                <a:solidFill>
                  <a:schemeClr val="lt1"/>
                </a:solidFill>
                <a:latin typeface="Arial"/>
                <a:ea typeface="Arial"/>
                <a:cs typeface="Arial"/>
                <a:sym typeface="Arial"/>
              </a:rPr>
              <a:t>   * פונקציית main.</a:t>
            </a:r>
            <a:endParaRPr b="0" i="0" sz="24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rPr b="0" i="0" lang="iw-IL" sz="2400" u="none" cap="none" strike="noStrike">
                <a:solidFill>
                  <a:schemeClr val="lt1"/>
                </a:solidFill>
                <a:latin typeface="Arial"/>
                <a:ea typeface="Arial"/>
                <a:cs typeface="Arial"/>
                <a:sym typeface="Arial"/>
              </a:rPr>
              <a:t>   * פונקציה לטיפול באירועים בחדר (אוצר, מפלצת וכו').</a:t>
            </a:r>
            <a:endParaRPr>
              <a:solidFill>
                <a:schemeClr val="lt1"/>
              </a:solidFill>
            </a:endParaRPr>
          </a:p>
          <a:p>
            <a:pPr indent="0" lvl="0" marL="0" marR="0" rtl="0" algn="l">
              <a:spcBef>
                <a:spcPts val="0"/>
              </a:spcBef>
              <a:spcAft>
                <a:spcPts val="0"/>
              </a:spcAft>
              <a:buNone/>
            </a:pPr>
            <a:r>
              <a:rPr b="0" i="0" lang="iw-IL" sz="2400" u="none" cap="none" strike="noStrike">
                <a:solidFill>
                  <a:schemeClr val="lt1"/>
                </a:solidFill>
                <a:latin typeface="Arial"/>
                <a:ea typeface="Arial"/>
                <a:cs typeface="Arial"/>
                <a:sym typeface="Arial"/>
              </a:rPr>
              <a:t>check_monster, check_heart, remove_heart, add_heart</a:t>
            </a:r>
            <a:endParaRPr b="0" i="0" sz="24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rPr b="0" i="0" lang="iw-IL" sz="2400" u="none" cap="none" strike="noStrike">
                <a:solidFill>
                  <a:schemeClr val="lt1"/>
                </a:solidFill>
                <a:latin typeface="Arial"/>
                <a:ea typeface="Arial"/>
                <a:cs typeface="Arial"/>
                <a:sym typeface="Arial"/>
              </a:rPr>
              <a:t>   * פונקציית המשחק עצמו. Game</a:t>
            </a:r>
            <a:endParaRPr b="0" i="0" sz="24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rPr b="0" i="0" lang="iw-IL" sz="2400" u="none" cap="none" strike="noStrike">
                <a:solidFill>
                  <a:schemeClr val="lt1"/>
                </a:solidFill>
                <a:latin typeface="Arial"/>
                <a:ea typeface="Arial"/>
                <a:cs typeface="Arial"/>
                <a:sym typeface="Arial"/>
              </a:rPr>
              <a:t>   * פונקציה לחישוב יציאה רנדומלית exit_calc</a:t>
            </a:r>
            <a:endParaRPr b="0" i="0" sz="24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rPr b="0" i="0" lang="iw-IL" sz="2400" u="none" cap="none" strike="noStrike">
                <a:solidFill>
                  <a:schemeClr val="lt1"/>
                </a:solidFill>
                <a:latin typeface="Arial"/>
                <a:ea typeface="Arial"/>
                <a:cs typeface="Arial"/>
                <a:sym typeface="Arial"/>
              </a:rPr>
              <a:t>   * פונקציה שבודקת אם השחקן ביציאה check_exit</a:t>
            </a:r>
            <a:endParaRPr b="0" i="0" sz="24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rPr b="0" i="0" lang="iw-IL" sz="2400" u="none" cap="none" strike="noStrike">
                <a:solidFill>
                  <a:schemeClr val="lt1"/>
                </a:solidFill>
                <a:latin typeface="Arial"/>
                <a:ea typeface="Arial"/>
                <a:cs typeface="Arial"/>
                <a:sym typeface="Arial"/>
              </a:rPr>
              <a:t>   * פונקציה ששמה מפלצות בחדרים put_monster</a:t>
            </a:r>
            <a:endParaRPr b="0" i="0" sz="24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rPr b="0" i="0" lang="iw-IL" sz="2400" u="none" cap="none" strike="noStrike">
                <a:solidFill>
                  <a:schemeClr val="lt1"/>
                </a:solidFill>
                <a:latin typeface="Arial"/>
                <a:ea typeface="Arial"/>
                <a:cs typeface="Arial"/>
                <a:sym typeface="Arial"/>
              </a:rPr>
              <a:t>   * פונקציה ששמה חיים בחדרים put_heart</a:t>
            </a:r>
            <a:endParaRPr b="0" i="0" sz="2400" u="none" cap="none" strike="noStrike">
              <a:solidFill>
                <a:schemeClr val="lt1"/>
              </a:solidFill>
              <a:latin typeface="Arial"/>
              <a:ea typeface="Arial"/>
              <a:cs typeface="Arial"/>
              <a:sym typeface="Arial"/>
            </a:endParaRPr>
          </a:p>
          <a:p>
            <a:pPr indent="0" lvl="0" marL="0" marR="0" rtl="1" algn="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6"/>
          <p:cNvSpPr txBox="1"/>
          <p:nvPr>
            <p:ph type="title"/>
          </p:nvPr>
        </p:nvSpPr>
        <p:spPr>
          <a:xfrm>
            <a:off x="6608625" y="365125"/>
            <a:ext cx="4745100" cy="1325700"/>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chemeClr val="dk1"/>
              </a:buClr>
              <a:buSzPts val="4400"/>
              <a:buFont typeface="Play"/>
              <a:buNone/>
            </a:pPr>
            <a:r>
              <a:rPr lang="iw-IL"/>
              <a:t>דוגמא לחווית המשתמש</a:t>
            </a:r>
            <a:endParaRPr/>
          </a:p>
        </p:txBody>
      </p:sp>
      <p:pic>
        <p:nvPicPr>
          <p:cNvPr id="101" name="Google Shape;101;p16"/>
          <p:cNvPicPr preferRelativeResize="0"/>
          <p:nvPr/>
        </p:nvPicPr>
        <p:blipFill>
          <a:blip r:embed="rId3">
            <a:alphaModFix/>
          </a:blip>
          <a:stretch>
            <a:fillRect/>
          </a:stretch>
        </p:blipFill>
        <p:spPr>
          <a:xfrm>
            <a:off x="137900" y="1545700"/>
            <a:ext cx="11783076" cy="5202100"/>
          </a:xfrm>
          <a:prstGeom prst="rect">
            <a:avLst/>
          </a:prstGeom>
          <a:noFill/>
          <a:ln>
            <a:noFill/>
          </a:ln>
        </p:spPr>
      </p:pic>
      <p:sp>
        <p:nvSpPr>
          <p:cNvPr id="102" name="Google Shape;102;p16"/>
          <p:cNvSpPr txBox="1"/>
          <p:nvPr/>
        </p:nvSpPr>
        <p:spPr>
          <a:xfrm>
            <a:off x="1446975" y="995650"/>
            <a:ext cx="3827700" cy="6156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iw-IL" sz="2800">
                <a:solidFill>
                  <a:schemeClr val="dk1"/>
                </a:solidFill>
              </a:rPr>
              <a:t>הודעת פתיחה:</a:t>
            </a:r>
            <a:endParaRPr sz="2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1" algn="r">
              <a:spcBef>
                <a:spcPts val="0"/>
              </a:spcBef>
              <a:spcAft>
                <a:spcPts val="0"/>
              </a:spcAft>
              <a:buNone/>
            </a:pPr>
            <a:r>
              <a:rPr lang="iw-IL"/>
              <a:t>המשך דוגמא לחווית המשתמש</a:t>
            </a:r>
            <a:endParaRPr/>
          </a:p>
        </p:txBody>
      </p:sp>
      <p:pic>
        <p:nvPicPr>
          <p:cNvPr id="108" name="Google Shape;108;p17"/>
          <p:cNvPicPr preferRelativeResize="0"/>
          <p:nvPr/>
        </p:nvPicPr>
        <p:blipFill>
          <a:blip r:embed="rId3">
            <a:alphaModFix/>
          </a:blip>
          <a:stretch>
            <a:fillRect/>
          </a:stretch>
        </p:blipFill>
        <p:spPr>
          <a:xfrm>
            <a:off x="0" y="3220509"/>
            <a:ext cx="3599925" cy="3340600"/>
          </a:xfrm>
          <a:prstGeom prst="rect">
            <a:avLst/>
          </a:prstGeom>
          <a:noFill/>
          <a:ln>
            <a:noFill/>
          </a:ln>
        </p:spPr>
      </p:pic>
      <p:pic>
        <p:nvPicPr>
          <p:cNvPr id="109" name="Google Shape;109;p17"/>
          <p:cNvPicPr preferRelativeResize="0"/>
          <p:nvPr/>
        </p:nvPicPr>
        <p:blipFill>
          <a:blip r:embed="rId4">
            <a:alphaModFix/>
          </a:blip>
          <a:stretch>
            <a:fillRect/>
          </a:stretch>
        </p:blipFill>
        <p:spPr>
          <a:xfrm>
            <a:off x="3737825" y="3220509"/>
            <a:ext cx="4012151" cy="3340600"/>
          </a:xfrm>
          <a:prstGeom prst="rect">
            <a:avLst/>
          </a:prstGeom>
          <a:noFill/>
          <a:ln>
            <a:noFill/>
          </a:ln>
        </p:spPr>
      </p:pic>
      <p:pic>
        <p:nvPicPr>
          <p:cNvPr id="110" name="Google Shape;110;p17"/>
          <p:cNvPicPr preferRelativeResize="0"/>
          <p:nvPr/>
        </p:nvPicPr>
        <p:blipFill>
          <a:blip r:embed="rId5">
            <a:alphaModFix/>
          </a:blip>
          <a:stretch>
            <a:fillRect/>
          </a:stretch>
        </p:blipFill>
        <p:spPr>
          <a:xfrm>
            <a:off x="7887875" y="3220500"/>
            <a:ext cx="3875275" cy="3340600"/>
          </a:xfrm>
          <a:prstGeom prst="rect">
            <a:avLst/>
          </a:prstGeom>
          <a:noFill/>
          <a:ln>
            <a:noFill/>
          </a:ln>
        </p:spPr>
      </p:pic>
      <p:sp>
        <p:nvSpPr>
          <p:cNvPr id="111" name="Google Shape;111;p17"/>
          <p:cNvSpPr txBox="1"/>
          <p:nvPr/>
        </p:nvSpPr>
        <p:spPr>
          <a:xfrm>
            <a:off x="1736950" y="1499175"/>
            <a:ext cx="8351400" cy="6156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iw-IL" sz="2800">
                <a:solidFill>
                  <a:schemeClr val="dk1"/>
                </a:solidFill>
              </a:rPr>
              <a:t>הצגה של דרגות קושי</a:t>
            </a:r>
            <a:endParaRPr sz="2800">
              <a:solidFill>
                <a:schemeClr val="dk1"/>
              </a:solidFill>
            </a:endParaRPr>
          </a:p>
        </p:txBody>
      </p:sp>
      <p:sp>
        <p:nvSpPr>
          <p:cNvPr id="112" name="Google Shape;112;p17"/>
          <p:cNvSpPr txBox="1"/>
          <p:nvPr/>
        </p:nvSpPr>
        <p:spPr>
          <a:xfrm>
            <a:off x="838200" y="2485125"/>
            <a:ext cx="1246800" cy="6156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iw-IL" sz="2800">
                <a:solidFill>
                  <a:schemeClr val="dk1"/>
                </a:solidFill>
              </a:rPr>
              <a:t>קשה</a:t>
            </a:r>
            <a:endParaRPr sz="2800">
              <a:solidFill>
                <a:schemeClr val="dk1"/>
              </a:solidFill>
            </a:endParaRPr>
          </a:p>
        </p:txBody>
      </p:sp>
      <p:sp>
        <p:nvSpPr>
          <p:cNvPr id="113" name="Google Shape;113;p17"/>
          <p:cNvSpPr txBox="1"/>
          <p:nvPr/>
        </p:nvSpPr>
        <p:spPr>
          <a:xfrm>
            <a:off x="4665750" y="2485125"/>
            <a:ext cx="1757400" cy="6156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iw-IL" sz="2800">
                <a:solidFill>
                  <a:schemeClr val="dk1"/>
                </a:solidFill>
              </a:rPr>
              <a:t>בינוני</a:t>
            </a:r>
            <a:endParaRPr sz="2800">
              <a:solidFill>
                <a:schemeClr val="dk1"/>
              </a:solidFill>
            </a:endParaRPr>
          </a:p>
        </p:txBody>
      </p:sp>
      <p:sp>
        <p:nvSpPr>
          <p:cNvPr id="114" name="Google Shape;114;p17"/>
          <p:cNvSpPr txBox="1"/>
          <p:nvPr/>
        </p:nvSpPr>
        <p:spPr>
          <a:xfrm>
            <a:off x="8652975" y="2604900"/>
            <a:ext cx="1844100" cy="6156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iw-IL" sz="2800">
                <a:solidFill>
                  <a:schemeClr val="dk1"/>
                </a:solidFill>
              </a:rPr>
              <a:t>קל</a:t>
            </a:r>
            <a:endParaRPr sz="2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nvSpPr>
        <p:spPr>
          <a:xfrm>
            <a:off x="2374925" y="1397700"/>
            <a:ext cx="8020800" cy="6156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iw-IL" sz="2800">
                <a:solidFill>
                  <a:schemeClr val="dk1"/>
                </a:solidFill>
              </a:rPr>
              <a:t>תרשים זרימה מצורף כקובץ נוסף(PDF)</a:t>
            </a:r>
            <a:endParaRPr sz="2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3" name="Shape 123"/>
        <p:cNvGrpSpPr/>
        <p:nvPr/>
      </p:nvGrpSpPr>
      <p:grpSpPr>
        <a:xfrm>
          <a:off x="0" y="0"/>
          <a:ext cx="0" cy="0"/>
          <a:chOff x="0" y="0"/>
          <a:chExt cx="0" cy="0"/>
        </a:xfrm>
      </p:grpSpPr>
      <p:sp>
        <p:nvSpPr>
          <p:cNvPr id="124" name="Google Shape;124;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1" algn="r">
              <a:spcBef>
                <a:spcPts val="0"/>
              </a:spcBef>
              <a:spcAft>
                <a:spcPts val="0"/>
              </a:spcAft>
              <a:buNone/>
            </a:pPr>
            <a:r>
              <a:rPr lang="iw-IL">
                <a:solidFill>
                  <a:schemeClr val="lt1"/>
                </a:solidFill>
              </a:rPr>
              <a:t>שימוש בAI</a:t>
            </a:r>
            <a:endParaRPr>
              <a:solidFill>
                <a:schemeClr val="lt1"/>
              </a:solidFill>
            </a:endParaRPr>
          </a:p>
        </p:txBody>
      </p:sp>
      <p:sp>
        <p:nvSpPr>
          <p:cNvPr id="125" name="Google Shape;125;p1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1" algn="r">
              <a:spcBef>
                <a:spcPts val="1000"/>
              </a:spcBef>
              <a:spcAft>
                <a:spcPts val="0"/>
              </a:spcAft>
              <a:buNone/>
            </a:pPr>
            <a:r>
              <a:rPr lang="iw-IL">
                <a:solidFill>
                  <a:schemeClr val="lt1"/>
                </a:solidFill>
              </a:rPr>
              <a:t>הAI נתן לי רעיונות למשחקים שונים שמבוססים על הקובץ שנתנו לנו שמוסבר שם מה אמור להיות במשחק ואני בחרתי אחד מהמשחקים שהוא הציע לי. </a:t>
            </a:r>
            <a:endParaRPr>
              <a:solidFill>
                <a:schemeClr val="lt1"/>
              </a:solidFill>
            </a:endParaRPr>
          </a:p>
          <a:p>
            <a:pPr indent="0" lvl="0" marL="0" rtl="1" algn="r">
              <a:spcBef>
                <a:spcPts val="1000"/>
              </a:spcBef>
              <a:spcAft>
                <a:spcPts val="0"/>
              </a:spcAft>
              <a:buNone/>
            </a:pPr>
            <a:r>
              <a:rPr lang="iw-IL">
                <a:solidFill>
                  <a:schemeClr val="lt1"/>
                </a:solidFill>
              </a:rPr>
              <a:t>השתמשתי בAI בשביל ליצור את המטריצה של המשחק.</a:t>
            </a:r>
            <a:endParaRPr>
              <a:solidFill>
                <a:schemeClr val="lt1"/>
              </a:solidFill>
            </a:endParaRPr>
          </a:p>
          <a:p>
            <a:pPr indent="0" lvl="0" marL="0" rtl="1" algn="r">
              <a:spcBef>
                <a:spcPts val="1000"/>
              </a:spcBef>
              <a:spcAft>
                <a:spcPts val="0"/>
              </a:spcAft>
              <a:buNone/>
            </a:pPr>
            <a:r>
              <a:rPr lang="iw-IL">
                <a:solidFill>
                  <a:schemeClr val="lt1"/>
                </a:solidFill>
              </a:rPr>
              <a:t>נעזרתי בAI בשביל ליצור את התרשים זרימה, נתתי לו את הקוד המלא שלי וביקתי ממנו שיעשה לי תרשים זרימה לפי מה שכתוב בקוד והוא כתב לי איזה צורות צריך לעשות בתרשים זרימה ומה לכתוב בצורות.</a:t>
            </a:r>
            <a:endParaRPr>
              <a:solidFill>
                <a:schemeClr val="lt1"/>
              </a:solidFill>
            </a:endParaRPr>
          </a:p>
          <a:p>
            <a:pPr indent="0" lvl="0" marL="0" rtl="1" algn="r">
              <a:spcBef>
                <a:spcPts val="1000"/>
              </a:spcBef>
              <a:spcAft>
                <a:spcPts val="0"/>
              </a:spcAft>
              <a:buNone/>
            </a:pPr>
            <a:r>
              <a:rPr lang="iw-IL">
                <a:solidFill>
                  <a:schemeClr val="lt1"/>
                </a:solidFill>
              </a:rPr>
              <a:t>נעזרתי בAI עם הSTRUCT כי כתבתי חלק מהקוד ולא רציתי לשנות אותו הרבה אז הכנסתי את הקוד וביקשתי ממנו שיעשה את הקוד עם STRUCT  </a:t>
            </a:r>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sp>
        <p:nvSpPr>
          <p:cNvPr id="130" name="Google Shape;130;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1" algn="r">
              <a:spcBef>
                <a:spcPts val="0"/>
              </a:spcBef>
              <a:spcAft>
                <a:spcPts val="0"/>
              </a:spcAft>
              <a:buNone/>
            </a:pPr>
            <a:r>
              <a:rPr lang="iw-IL">
                <a:solidFill>
                  <a:schemeClr val="lt1"/>
                </a:solidFill>
              </a:rPr>
              <a:t>שינויים שביצעתי:</a:t>
            </a:r>
            <a:endParaRPr>
              <a:solidFill>
                <a:schemeClr val="lt1"/>
              </a:solidFill>
            </a:endParaRPr>
          </a:p>
        </p:txBody>
      </p:sp>
      <p:sp>
        <p:nvSpPr>
          <p:cNvPr id="131" name="Google Shape;131;p2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1" algn="r">
              <a:spcBef>
                <a:spcPts val="1000"/>
              </a:spcBef>
              <a:spcAft>
                <a:spcPts val="0"/>
              </a:spcAft>
              <a:buClr>
                <a:schemeClr val="lt1"/>
              </a:buClr>
              <a:buSzPts val="2800"/>
              <a:buAutoNum type="arabicPeriod"/>
            </a:pPr>
            <a:r>
              <a:rPr lang="iw-IL">
                <a:solidFill>
                  <a:schemeClr val="lt1"/>
                </a:solidFill>
                <a:highlight>
                  <a:srgbClr val="000000"/>
                </a:highlight>
              </a:rPr>
              <a:t>החלטתי להשתמש בRANDOM במקום החישובים והקלט מהמשתמש שהשתמשתי בו לפני זה.</a:t>
            </a:r>
            <a:endParaRPr>
              <a:solidFill>
                <a:schemeClr val="lt1"/>
              </a:solidFill>
              <a:highlight>
                <a:srgbClr val="000000"/>
              </a:highlight>
            </a:endParaRPr>
          </a:p>
          <a:p>
            <a:pPr indent="0" lvl="0" marL="0" rtl="1" algn="r">
              <a:spcBef>
                <a:spcPts val="1000"/>
              </a:spcBef>
              <a:spcAft>
                <a:spcPts val="0"/>
              </a:spcAft>
              <a:buNone/>
            </a:pPr>
            <a:r>
              <a:rPr lang="iw-IL">
                <a:solidFill>
                  <a:schemeClr val="lt1"/>
                </a:solidFill>
                <a:highlight>
                  <a:srgbClr val="000000"/>
                </a:highlight>
              </a:rPr>
              <a:t>2. החלטתי להוסיף קצת צבע למשחק בשביל שההורדת/הוספת חיים, ו"הפתעות" ימשכו את העין לעומת קודם שהמסך היה כולו שחור לבן.</a:t>
            </a:r>
            <a:endParaRPr>
              <a:solidFill>
                <a:schemeClr val="lt1"/>
              </a:solidFill>
              <a:highlight>
                <a:srgbClr val="000000"/>
              </a:highlight>
            </a:endParaRPr>
          </a:p>
          <a:p>
            <a:pPr indent="0" lvl="0" marL="0" rtl="1" algn="r">
              <a:spcBef>
                <a:spcPts val="1000"/>
              </a:spcBef>
              <a:spcAft>
                <a:spcPts val="0"/>
              </a:spcAft>
              <a:buNone/>
            </a:pPr>
            <a:r>
              <a:rPr lang="iw-IL">
                <a:solidFill>
                  <a:schemeClr val="lt1"/>
                </a:solidFill>
                <a:highlight>
                  <a:srgbClr val="000000"/>
                </a:highlight>
              </a:rPr>
              <a:t>3. הוספתי יכולת של שמירת המשחק וטעינה שלו כך שניתן להמשיך לשחק בו</a:t>
            </a:r>
            <a:endParaRPr>
              <a:solidFill>
                <a:schemeClr val="lt1"/>
              </a:solidFill>
              <a:highlight>
                <a:srgbClr val="000000"/>
              </a:highlight>
            </a:endParaRPr>
          </a:p>
          <a:p>
            <a:pPr indent="0" lvl="0" marL="0" rtl="1" algn="r">
              <a:spcBef>
                <a:spcPts val="1000"/>
              </a:spcBef>
              <a:spcAft>
                <a:spcPts val="0"/>
              </a:spcAft>
              <a:buNone/>
            </a:pPr>
            <a:r>
              <a:rPr lang="iw-IL" sz="2100">
                <a:solidFill>
                  <a:schemeClr val="lt1"/>
                </a:solidFill>
                <a:highlight>
                  <a:srgbClr val="000000"/>
                </a:highlight>
              </a:rPr>
              <a:t>4.(שמתי רקע למצגת)</a:t>
            </a:r>
            <a:endParaRPr sz="2100">
              <a:solidFill>
                <a:schemeClr val="lt1"/>
              </a:solidFill>
              <a:highlight>
                <a:srgbClr val="000000"/>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 name="Shape 135"/>
        <p:cNvGrpSpPr/>
        <p:nvPr/>
      </p:nvGrpSpPr>
      <p:grpSpPr>
        <a:xfrm>
          <a:off x="0" y="0"/>
          <a:ext cx="0" cy="0"/>
          <a:chOff x="0" y="0"/>
          <a:chExt cx="0" cy="0"/>
        </a:xfrm>
      </p:grpSpPr>
      <p:sp>
        <p:nvSpPr>
          <p:cNvPr id="136" name="Google Shape;136;p21"/>
          <p:cNvSpPr txBox="1"/>
          <p:nvPr>
            <p:ph type="title"/>
          </p:nvPr>
        </p:nvSpPr>
        <p:spPr>
          <a:xfrm>
            <a:off x="374250" y="278125"/>
            <a:ext cx="10515600" cy="1325700"/>
          </a:xfrm>
          <a:prstGeom prst="rect">
            <a:avLst/>
          </a:prstGeom>
        </p:spPr>
        <p:txBody>
          <a:bodyPr anchorCtr="0" anchor="ctr" bIns="45700" lIns="91425" spcFirstLastPara="1" rIns="91425" wrap="square" tIns="45700">
            <a:normAutofit/>
          </a:bodyPr>
          <a:lstStyle/>
          <a:p>
            <a:pPr indent="0" lvl="0" marL="0" rtl="1" algn="r">
              <a:spcBef>
                <a:spcPts val="0"/>
              </a:spcBef>
              <a:spcAft>
                <a:spcPts val="0"/>
              </a:spcAft>
              <a:buNone/>
            </a:pPr>
            <a:r>
              <a:rPr lang="iw-IL">
                <a:solidFill>
                  <a:schemeClr val="lt1"/>
                </a:solidFill>
              </a:rPr>
              <a:t>שימוש בAI עם </a:t>
            </a:r>
            <a:r>
              <a:rPr lang="iw-IL"/>
              <a:t>השינויים</a:t>
            </a:r>
            <a:r>
              <a:rPr lang="iw-IL">
                <a:solidFill>
                  <a:schemeClr val="lt1"/>
                </a:solidFill>
              </a:rPr>
              <a:t> שביצעתי</a:t>
            </a:r>
            <a:endParaRPr>
              <a:solidFill>
                <a:schemeClr val="lt1"/>
              </a:solidFill>
            </a:endParaRPr>
          </a:p>
        </p:txBody>
      </p:sp>
      <p:sp>
        <p:nvSpPr>
          <p:cNvPr id="137" name="Google Shape;137;p21"/>
          <p:cNvSpPr txBox="1"/>
          <p:nvPr>
            <p:ph idx="1" type="body"/>
          </p:nvPr>
        </p:nvSpPr>
        <p:spPr>
          <a:xfrm>
            <a:off x="838200" y="2202575"/>
            <a:ext cx="10515600" cy="4351200"/>
          </a:xfrm>
          <a:prstGeom prst="rect">
            <a:avLst/>
          </a:prstGeom>
        </p:spPr>
        <p:txBody>
          <a:bodyPr anchorCtr="0" anchor="t" bIns="45700" lIns="91425" spcFirstLastPara="1" rIns="91425" wrap="square" tIns="45700">
            <a:normAutofit/>
          </a:bodyPr>
          <a:lstStyle/>
          <a:p>
            <a:pPr indent="0" lvl="0" marL="0" rtl="1" algn="r">
              <a:spcBef>
                <a:spcPts val="1000"/>
              </a:spcBef>
              <a:spcAft>
                <a:spcPts val="0"/>
              </a:spcAft>
              <a:buNone/>
            </a:pPr>
            <a:r>
              <a:rPr lang="iw-IL">
                <a:solidFill>
                  <a:schemeClr val="lt1"/>
                </a:solidFill>
              </a:rPr>
              <a:t>1. השתמשתי בAI בשביל לדעת איך משתמשים בRANDOM .</a:t>
            </a:r>
            <a:endParaRPr>
              <a:solidFill>
                <a:schemeClr val="lt1"/>
              </a:solidFill>
            </a:endParaRPr>
          </a:p>
          <a:p>
            <a:pPr indent="0" lvl="0" marL="0" rtl="1" algn="r">
              <a:spcBef>
                <a:spcPts val="1000"/>
              </a:spcBef>
              <a:spcAft>
                <a:spcPts val="0"/>
              </a:spcAft>
              <a:buNone/>
            </a:pPr>
            <a:r>
              <a:rPr lang="iw-IL">
                <a:solidFill>
                  <a:schemeClr val="lt1"/>
                </a:solidFill>
              </a:rPr>
              <a:t>2.השתמשתי בAI בשביל לדעת איך אפשר "לצבוע" את המילים ואו את הרקע של ההרצה של המשחק ומשם התקדמתי לבד איפה ואיזה צבע לעשות.</a:t>
            </a:r>
            <a:endParaRPr>
              <a:solidFill>
                <a:schemeClr val="lt1"/>
              </a:solidFill>
            </a:endParaRPr>
          </a:p>
          <a:p>
            <a:pPr indent="0" lvl="0" marL="0" rtl="1" algn="r">
              <a:spcBef>
                <a:spcPts val="1000"/>
              </a:spcBef>
              <a:spcAft>
                <a:spcPts val="0"/>
              </a:spcAft>
              <a:buNone/>
            </a:pPr>
            <a:r>
              <a:rPr lang="iw-IL">
                <a:solidFill>
                  <a:schemeClr val="lt1"/>
                </a:solidFill>
              </a:rPr>
              <a:t>3. השתמשי בAI בשביל שיהיה אפשרות שמירה של המשחק ואז עשיתי את השינויים שלי. </a:t>
            </a:r>
            <a:endParaRPr>
              <a:solidFill>
                <a:schemeClr val="lt1"/>
              </a:solidFill>
            </a:endParaRPr>
          </a:p>
          <a:p>
            <a:pPr indent="0" lvl="0" marL="0" rtl="1" algn="r">
              <a:spcBef>
                <a:spcPts val="1000"/>
              </a:spcBef>
              <a:spcAft>
                <a:spcPts val="0"/>
              </a:spcAft>
              <a:buNone/>
            </a:pPr>
            <a:r>
              <a:rPr lang="iw-IL">
                <a:solidFill>
                  <a:schemeClr val="lt1"/>
                </a:solidFill>
              </a:rPr>
              <a:t>4. תמונות ששמתי במצגת כרקע.</a:t>
            </a:r>
            <a:endParaRPr>
              <a:solidFill>
                <a:schemeClr val="lt1"/>
              </a:solidFill>
            </a:endParaRPr>
          </a:p>
          <a:p>
            <a:pPr indent="0" lvl="0" marL="0" rtl="1" algn="r">
              <a:spcBef>
                <a:spcPts val="1000"/>
              </a:spcBef>
              <a:spcAft>
                <a:spcPts val="0"/>
              </a:spcAft>
              <a:buNone/>
            </a:pPr>
            <a:r>
              <a:t/>
            </a:r>
            <a:endParaRPr>
              <a:solidFill>
                <a:schemeClr val="lt1"/>
              </a:solidFill>
            </a:endParaRPr>
          </a:p>
          <a:p>
            <a:pPr indent="0" lvl="0" marL="0" rtl="1" algn="r">
              <a:spcBef>
                <a:spcPts val="1000"/>
              </a:spcBef>
              <a:spcAft>
                <a:spcPts val="0"/>
              </a:spcAft>
              <a:buNone/>
            </a:pPr>
            <a:r>
              <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ערכת נושא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